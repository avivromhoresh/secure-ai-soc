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235" y="-52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14/10/2024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hit.ac.il/students/computing-services/labs/laboratories-list/Center_of_Computer_Lab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88567"/>
              </p:ext>
            </p:extLst>
          </p:nvPr>
        </p:nvGraphicFramePr>
        <p:xfrm>
          <a:off x="818147" y="665380"/>
          <a:ext cx="23509706" cy="35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 smtClean="0"/>
                        <a:t>Course Name</a:t>
                      </a:r>
                      <a:endParaRPr lang="en-GB" sz="4000" dirty="0"/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7600" dirty="0" smtClean="0"/>
                        <a:t>Project Name</a:t>
                      </a:r>
                      <a:endParaRPr lang="he-IL" sz="7600" dirty="0" smtClean="0"/>
                    </a:p>
                    <a:p>
                      <a:pPr algn="ctr"/>
                      <a:r>
                        <a:rPr lang="en-US" sz="5400" dirty="0" smtClean="0"/>
                        <a:t>Names </a:t>
                      </a:r>
                      <a:r>
                        <a:rPr lang="en-US" sz="5400" dirty="0"/>
                        <a:t>of participating </a:t>
                      </a:r>
                      <a:r>
                        <a:rPr lang="en-US" sz="5400" dirty="0" smtClean="0"/>
                        <a:t>students</a:t>
                      </a:r>
                      <a:r>
                        <a:rPr lang="he-IL" sz="5400" dirty="0" smtClean="0"/>
                        <a:t> </a:t>
                      </a:r>
                    </a:p>
                    <a:p>
                      <a:pPr algn="ctr"/>
                      <a:r>
                        <a:rPr lang="en-GB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Year of study, semester </a:t>
                      </a:r>
                      <a:r>
                        <a:rPr lang="en-US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40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Eng</a:t>
                      </a:r>
                      <a:r>
                        <a:rPr lang="en-US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en-GB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4000" b="1" kern="1200" dirty="0" smtClean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</a:t>
                      </a:r>
                      <a:r>
                        <a:rPr lang="he-IL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עברי</a:t>
                      </a:r>
                      <a:r>
                        <a:rPr lang="en-GB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e-IL" sz="4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שנת לימוד, סמסטר </a:t>
                      </a:r>
                      <a:r>
                        <a:rPr lang="he-IL" sz="4000" b="1" kern="1200" dirty="0" smtClean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</a:t>
                      </a:r>
                      <a:endParaRPr lang="en-GB" sz="4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dirty="0" smtClean="0">
                          <a:solidFill>
                            <a:schemeClr val="bg1"/>
                          </a:solidFill>
                        </a:rPr>
                        <a:t>Lecturer Name</a:t>
                      </a:r>
                      <a:endParaRPr lang="en-GB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0743308"/>
          </a:xfrm>
          <a:prstGeom prst="roundRect">
            <a:avLst/>
          </a:prstGeom>
          <a:solidFill>
            <a:srgbClr val="009999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2911641" y="8720406"/>
            <a:ext cx="19659601" cy="144962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US" sz="3600" dirty="0"/>
              <a:t>You are not allowed to change poster size B1 (70x100 cm).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You are not allowed to change the header section format</a:t>
            </a:r>
            <a:r>
              <a:rPr lang="en-US" sz="3600" dirty="0" smtClean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The poster can be made in any of the two languages - Hebrew / English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Project name size should be between 74-78.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Section titles should have size between 52-56</a:t>
            </a:r>
            <a:r>
              <a:rPr lang="en-US" sz="3600" dirty="0" smtClean="0"/>
              <a:t>.</a:t>
            </a:r>
            <a:endParaRPr lang="he-IL" sz="3600" dirty="0" smtClean="0"/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Year of study and semester of project </a:t>
            </a:r>
            <a:r>
              <a:rPr lang="en-US" sz="3600" dirty="0" smtClean="0"/>
              <a:t>execution</a:t>
            </a:r>
            <a:r>
              <a:rPr lang="he-IL" sz="3600" dirty="0" smtClean="0"/>
              <a:t> </a:t>
            </a:r>
            <a:r>
              <a:rPr lang="en-US" sz="3600" dirty="0"/>
              <a:t>have size between </a:t>
            </a:r>
            <a:r>
              <a:rPr lang="en-US" sz="3600" dirty="0" smtClean="0"/>
              <a:t>38-42</a:t>
            </a:r>
            <a:r>
              <a:rPr lang="en-US" sz="3600" dirty="0"/>
              <a:t>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Lecturer name and participants names should have size between 52-56</a:t>
            </a:r>
            <a:r>
              <a:rPr lang="en-US" sz="3600" dirty="0" smtClean="0"/>
              <a:t>.</a:t>
            </a:r>
            <a:endParaRPr lang="he-IL" sz="3600" dirty="0" smtClean="0"/>
          </a:p>
          <a:p>
            <a:pPr marL="914400" indent="-914400">
              <a:buFont typeface="+mj-lt"/>
              <a:buAutoNum type="arabicPeriod"/>
            </a:pPr>
            <a:r>
              <a:rPr lang="en-US" sz="3600" dirty="0" smtClean="0"/>
              <a:t>Course </a:t>
            </a:r>
            <a:r>
              <a:rPr lang="en-US" sz="3600" dirty="0"/>
              <a:t>name should have size between 38-42.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Body texts of the poster should have size between 32-38.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Replace the current text in the header with correct information.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Student  may change the colors, fonts and font sizes of the header within the restrictions as long as header size and format stay unchanged.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Student may design the </a:t>
            </a:r>
            <a:r>
              <a:rPr lang="en-US" sz="3600" dirty="0" smtClean="0"/>
              <a:t>poster's </a:t>
            </a:r>
            <a:r>
              <a:rPr lang="en-US" dirty="0" smtClean="0"/>
              <a:t> </a:t>
            </a:r>
            <a:r>
              <a:rPr lang="en-US" sz="3600" dirty="0" smtClean="0"/>
              <a:t>body </a:t>
            </a:r>
            <a:r>
              <a:rPr lang="en-US" sz="3600" dirty="0"/>
              <a:t>section as you please but under these constrains:</a:t>
            </a:r>
          </a:p>
          <a:p>
            <a:pPr marL="1371600" lvl="1" indent="-914400">
              <a:buFont typeface="+mj-lt"/>
              <a:buAutoNum type="alphaLcParenR"/>
            </a:pPr>
            <a:r>
              <a:rPr lang="en-US" sz="3600" dirty="0"/>
              <a:t>Body must include the following sections in this exact order:</a:t>
            </a:r>
          </a:p>
          <a:p>
            <a:pPr marL="1828800" lvl="2" indent="-914400">
              <a:buFont typeface="Arial" panose="020B0604020202020204" pitchFamily="34" charset="0"/>
              <a:buChar char="•"/>
            </a:pPr>
            <a:r>
              <a:rPr lang="en-US" sz="3600" dirty="0"/>
              <a:t>Introduction – overview of the project.</a:t>
            </a:r>
          </a:p>
          <a:p>
            <a:pPr marL="1828800" lvl="2" indent="-914400">
              <a:buFont typeface="Arial" panose="020B0604020202020204" pitchFamily="34" charset="0"/>
              <a:buChar char="•"/>
            </a:pPr>
            <a:r>
              <a:rPr lang="en-US" sz="3600" dirty="0"/>
              <a:t>&lt;Read part (b)&gt;</a:t>
            </a:r>
          </a:p>
          <a:p>
            <a:pPr marL="1828800" lvl="2" indent="-914400">
              <a:buFont typeface="Arial" panose="020B0604020202020204" pitchFamily="34" charset="0"/>
              <a:buChar char="•"/>
            </a:pPr>
            <a:r>
              <a:rPr lang="en-US" sz="3600" dirty="0"/>
              <a:t>Conclusions – achieved goals, received results and their comparison to the defined targets of project as set at its beginning.</a:t>
            </a:r>
          </a:p>
          <a:p>
            <a:pPr marL="1828800" lvl="2" indent="-914400">
              <a:buFont typeface="Arial" panose="020B0604020202020204" pitchFamily="34" charset="0"/>
              <a:buChar char="•"/>
            </a:pPr>
            <a:r>
              <a:rPr lang="en-US" sz="3600" dirty="0"/>
              <a:t>Discussions – vision of further development of the project, QR code to the video and source codes of the project (if applicable).</a:t>
            </a:r>
          </a:p>
          <a:p>
            <a:pPr marL="1371600" lvl="1" indent="-914400">
              <a:buFont typeface="+mj-lt"/>
              <a:buAutoNum type="alphaLcParenR"/>
            </a:pPr>
            <a:r>
              <a:rPr lang="en-US" sz="3600" dirty="0"/>
              <a:t>In (a), the blank paragraph is where you add your own section/s. You must add at least one section and you cannot add more than two sections.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When you submit the poster, do so in two files: </a:t>
            </a:r>
            <a:r>
              <a:rPr lang="en-US" sz="3600" dirty="0" smtClean="0"/>
              <a:t>PowerPoint </a:t>
            </a:r>
            <a:r>
              <a:rPr lang="en-US" sz="3600" dirty="0"/>
              <a:t>presentation (this file) and PDF file.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Any images, graphs or charts included in the poster, must have high resolution, sharp markings and texts.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600" dirty="0"/>
              <a:t>This poster template is in accordance with written above limitations.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921852"/>
            <a:ext cx="4378492" cy="3092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2911641" y="6055564"/>
            <a:ext cx="19659601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b="1" i="1" dirty="0" smtClean="0"/>
              <a:t>Notes:</a:t>
            </a:r>
            <a:endParaRPr lang="en-US" sz="3600" b="1" i="1" dirty="0"/>
          </a:p>
          <a:p>
            <a:pPr marL="742950" indent="-742950">
              <a:buFont typeface="+mj-lt"/>
              <a:buAutoNum type="arabicPeriod"/>
            </a:pPr>
            <a:r>
              <a:rPr lang="en-US" sz="3600" i="1" dirty="0"/>
              <a:t>The poster must be in PowerPoint </a:t>
            </a:r>
            <a:r>
              <a:rPr lang="en-US" sz="3600" i="1" dirty="0" smtClean="0"/>
              <a:t>format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i="1" dirty="0" smtClean="0"/>
              <a:t>The </a:t>
            </a:r>
            <a:r>
              <a:rPr lang="en-US" sz="3600" i="1" dirty="0"/>
              <a:t>poster's design, including its visual appeal and overall background, is the responsibility of the project performer(s) - </a:t>
            </a:r>
            <a:r>
              <a:rPr lang="en-US" sz="3600" i="1" dirty="0" smtClean="0"/>
              <a:t>student(s).</a:t>
            </a:r>
            <a:endParaRPr lang="en-US" sz="3600" i="1" dirty="0" smtClean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97E8D-8EAC-4A73-A1C8-30FEEE629843}"/>
              </a:ext>
            </a:extLst>
          </p:cNvPr>
          <p:cNvSpPr txBox="1"/>
          <p:nvPr/>
        </p:nvSpPr>
        <p:spPr>
          <a:xfrm>
            <a:off x="2911641" y="24221644"/>
            <a:ext cx="1965960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Dr. Yakov Damatov</a:t>
            </a:r>
          </a:p>
          <a:p>
            <a:r>
              <a:rPr lang="en-US" sz="3600" dirty="0"/>
              <a:t>Academically responsible for a </a:t>
            </a:r>
            <a:r>
              <a:rPr lang="en-US" sz="3600" dirty="0">
                <a:hlinkClick r:id="rId3"/>
              </a:rPr>
              <a:t>Center of Computer Labs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4187</TotalTime>
  <Words>376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Yakov Damatov</cp:lastModifiedBy>
  <cp:revision>52</cp:revision>
  <dcterms:created xsi:type="dcterms:W3CDTF">2019-01-27T10:54:29Z</dcterms:created>
  <dcterms:modified xsi:type="dcterms:W3CDTF">2024-10-15T06:30:20Z</dcterms:modified>
</cp:coreProperties>
</file>